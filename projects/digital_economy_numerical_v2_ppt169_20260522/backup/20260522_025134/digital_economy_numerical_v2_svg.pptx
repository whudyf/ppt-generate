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步是明确口径。这里把数据统一为全国年度数据，博物馆数量用个数表示，国内游客用百万人次表示，旅游总花费用亿元表示。这样处理后，三个指标可以按照同一年份对齐，形成适合数值计算的离散点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有了模型的误差对比和散点图，结论更加清晰。分段最小二乘的 RMSE 明显低于全周期线性模型。平稳期的博物馆数量与国内游客高度同向，相关系数约为零点九八八。冲击年份的数据反而被拉低，恰恰说明了分段建模的必要性。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