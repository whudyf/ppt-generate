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汇报的主题是全国博物馆数量增长与文旅产业复苏。我的目标不是只描述数据上升或下降，而是用数值技术把年度数据中的变化率、阶段性和相关性提取出来。选取的三个指标分别是博物馆数量、国内游客和国内旅游总花费，时间范围是二零一四到二零二三年。</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题目放在数字经济与科技创新方向下，是因为文旅融合已经不只是线下旅游问题。博物馆数量反映公共文化服务供给，数字化展示和智慧文旅又会影响游客体验和消费转化。因此它同时连接国家文化数字化战略、民生改善和文旅消费复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数据处理的第步是明确口径。这里把数据统一为全国年度数据，博物馆数量用个数表示，国内游客用百万人次表示，旅游总花费用亿元表示。这样处理后，三个指标可以按照同一年份对齐，形成适合数值计算的离散点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表是后续计算的基础。可以看到，博物馆数量从二零一四年的三千六百五十八个增加到二零二三年的六千八百三十三个。旅游需求侧则明显不同，二零一九年处在高位，二零二零年受到冲击，二零二三年出现明显恢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预处理时我没有删除二零二零年的数据，因为它不是普通噪声，而是社会经济序列中需要解释的真实冲击。这里主要做三件事。统一年度、统一单位、标注冲击年份。这样后面做差分和拟合时，可以把长期趋势和短期冲击分开解释。</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数值方法是三点差分。对内部年份，我使用中心差分，用后一年的值减前一年的值再除以二。由于年度间隔是一年，所以结果可以直接理解为该年份附近每年的边际变化。首尾年份没有两侧数据，因此使用前向或后向差分。</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方法是最小二乘拟合。全周期只有十个点，而且包含疫情冲击，如果直接用一个线性模型，会把正常增长和冲击混在一起。因此我采用分段思路。平稳期用于解释同向增长，二零二零到二零二三年的恢复段用于短期趋势外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规模趋势看，供给侧和需求侧呈现不同形态。博物馆数量持续单调上升，十年增长约百分之八十六点八。旅游总花费则在二零一九年达到高点，二零二零年明显下降，二零二三年恢复到四万九千多亿元，但还没有完全超过二零一九年。</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差分结果把拐点表现得更清楚。博物馆年度增量总体较稳定，说明公共文化设施供给没有因为短期冲击而停滞。游客变化率在二零二零年附近急剧转负，而二零二三年转为显著正值，这说明需求侧恢复速度在后期明显加快。</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有了模型的误差对比和散点图，结论更加清晰。分段线性的 RMSE 明显低于全周期线性模型。平稳期的博物馆数量与国内游客高度同向，相关系数约为零点九八八。冲击年份的数据反而被拉低，恰恰说明了分段建模的必要性。</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恢复段的线性拟合，可以得到二零二四到二零二六年的短期情景预测。例如二零二六年博物馆数预测约为八千三百八十三个，国内游客约为五十七点八亿人次。但这个结果只适合看方向，因为年度采样间隔、政策变化和滞后效应都会带来误差。</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总结三点。第一，博物馆数量长期增长，说明公共文化供给持续扩张。第二，三点差分和分段拟合能有效识别冲击与恢复阶段。第三，文化设施供给是文旅复苏的重要基础，而数字化展示和智慧服务会进一步提升供给向消费转化的效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sv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sv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sv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sv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sv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svg"/>
  <Relationship Id="rId3"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